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speaking time: 45 seconds. State the strategy, main comparison and actual historical 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speaking time: 75 seconds. Explain the economic mechanisms behind financial, technical and processing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speaking time: 70 seconds. Explain actual model input unions; complete definitions are in the supplementary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speaking time: 90 seconds. Explain historical eligibility, announcement screening, price adjustment and uncertified vendor vintages.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speaking time: 100 seconds. Explain the recorded parameters and mature-label annual fitting. The 2018-2020 history is fitted, not an independent forecast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speaking time: 110 seconds. Explain daily signals and valuation versus twenty-session targets, continuous scheduling, order retries and the same-cost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speaking time: 95 seconds. Explain nontradable claims, final event ratios, interim marks, cash availability and settlement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speaking time: 90 seconds. Absolute returns compound the actual daily portfolio returns across the entire displayed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speaking time: 90 seconds. Excess sums same-cost daily return differences in percentage points and is not a compounded wealth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speaking time: 105 seconds. Compare all four methods and benchmark during 2021-2025 at the same target cadence.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speaking time: 75 seconds. Compare 2026 gross and net returns. Model weights remain fixed during 2026; portfolio target weights still update on the scheduled 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speaking time: 85 seconds. Compare the adopted and raw-signal portfolios with the identical opportunity set and implementation cadence.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Suggested speaking time: 50 seconds. Summarize returns, drawdown and data/execution limitations, then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